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5" r:id="rId5"/>
    <p:sldId id="277" r:id="rId6"/>
    <p:sldId id="273" r:id="rId7"/>
    <p:sldId id="276" r:id="rId8"/>
    <p:sldId id="268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1C61EDE-9699-CEF9-8D05-68382115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EAA5005-30F7-E1AC-0B8A-D0FA0A74B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DB381D1-E042-0C2D-3E9D-DCBF52E27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5130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92FD10C-886E-EE81-6890-2667886D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9ED50BE-1EF5-3910-3BD0-3F4CE780E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D5AF7C4-F58B-13A0-A98C-E21D5FDFB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040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36DBA52-08E8-4503-1AD2-4AA78C588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666BF43-EC2D-DF76-3FD8-BE76AB333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48E9EEB-5A3B-5E4C-9938-817C14B9BA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9783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ksha.gov.i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foundation.org/" TargetMode="External"/><Relationship Id="rId4" Type="http://schemas.openxmlformats.org/officeDocument/2006/relationships/hyperlink" Target="https://www.khanacademy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Ideate and implement a system to enhance the </a:t>
            </a:r>
            <a:b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quality of education in rural areas.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IN" sz="1800" b="0" dirty="0"/>
              <a:t>CDV_2</a:t>
            </a:r>
            <a:endParaRPr sz="18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r>
              <a:rPr lang="en-IN" dirty="0"/>
              <a:t> </a:t>
            </a:r>
            <a:r>
              <a:rPr lang="en-IN" b="1" dirty="0" err="1"/>
              <a:t>Mr.Bikram</a:t>
            </a:r>
            <a:r>
              <a:rPr lang="en-IN" b="1" dirty="0"/>
              <a:t> Sarkar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dirty="0"/>
              <a:t> </a:t>
            </a:r>
            <a:r>
              <a:rPr lang="en-IN" b="1" dirty="0" err="1"/>
              <a:t>Ms.Prachi</a:t>
            </a:r>
            <a:r>
              <a:rPr lang="en-IN" b="1" dirty="0"/>
              <a:t> Amol </a:t>
            </a:r>
            <a:r>
              <a:rPr lang="en-IN" b="1" dirty="0" err="1"/>
              <a:t>Gadhikar</a:t>
            </a:r>
            <a:r>
              <a:rPr lang="en-IN" b="1" dirty="0"/>
              <a:t>.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937559466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u="none" strike="noStrike" cap="none" dirty="0"/>
                        <a:t>20221CDV0019</a:t>
                      </a:r>
                      <a:endParaRPr sz="1800" b="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PODARALLA ARCHITA</a:t>
                      </a:r>
                      <a:endParaRPr sz="1800" b="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20221CDV0012                   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RAMYA V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20221CDV0011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THRISHA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1800" dirty="0"/>
              <a:t>CDV</a:t>
            </a:r>
            <a:endParaRPr lang="en-US" sz="1800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Pravinthraja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H M 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DA140-D045-C7E2-E63B-94131D78F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Organization: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dirty="0" err="1">
                <a:solidFill>
                  <a:srgbClr val="0D0D0D"/>
                </a:solidFill>
                <a:latin typeface="ui-sans-serif"/>
              </a:rPr>
              <a:t>EduConnect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 – Smart Digital Learning &amp; Mentoring Platform for Rural </a:t>
            </a:r>
          </a:p>
          <a:p>
            <a:pPr>
              <a:buNone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Schools.</a:t>
            </a:r>
          </a:p>
          <a:p>
            <a:pPr>
              <a:buNone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Category: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Software – Web-based learning platform.</a:t>
            </a:r>
          </a:p>
          <a:p>
            <a:pPr>
              <a:buNone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Problem Description: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Digital Infrastructure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Provide internet, smart boards, and tablets.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Teacher Training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Conduct workshops to improve teaching methods.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E-Learning Content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Develop local language, curriculum-aligned resources.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Community Support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Involve parents and local volunteers in school activities.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Student Engagement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Use quizzes, group work, and interactive sessions.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Monitoring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Regularly track and evaluate student performance.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Partnerships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Collaborate with NGOs, government, and private sectors.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302327"/>
            <a:ext cx="10668000" cy="47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Educational Gaps</a:t>
            </a:r>
            <a:r>
              <a:rPr lang="en-US" sz="2000" dirty="0"/>
              <a:t> – Lack of qualified teachers, updated materials, and personalized support.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Resource Limitations</a:t>
            </a:r>
            <a:r>
              <a:rPr lang="en-US" sz="2000" dirty="0"/>
              <a:t> – Minimal access to interactive tools and modern learning methods.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Technology Barriers</a:t>
            </a:r>
            <a:r>
              <a:rPr lang="en-US" sz="2000" dirty="0"/>
              <a:t> – Dependence on mobile apps/special hardware not suited for rural areas.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/>
              <a:t>EduConnect</a:t>
            </a:r>
            <a:r>
              <a:rPr lang="en-US" sz="2000" b="1" dirty="0"/>
              <a:t> Solution</a:t>
            </a:r>
            <a:r>
              <a:rPr lang="en-US" sz="2000" dirty="0"/>
              <a:t> – Web-based, low-bandwidth platform with curriculum lessons, quizzes, mentorship, and AI personalization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D7810-2655-2AAE-4F28-E8B357C6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STATEMNET: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66FDDC0-E8CE-8618-268D-ED7AA19A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9D0FA3D1-FA8C-B501-B6E9-360DA6196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413163"/>
            <a:ext cx="10668000" cy="461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Web-based platform</a:t>
            </a:r>
            <a:r>
              <a:rPr lang="en-US" sz="2000" dirty="0"/>
              <a:t> – Works on any device without extra hardware or app downloads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Localized curriculum</a:t>
            </a:r>
            <a:r>
              <a:rPr lang="en-US" sz="2000" dirty="0"/>
              <a:t> – Educational content in local languages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Interactive learning</a:t>
            </a:r>
            <a:r>
              <a:rPr lang="en-US" sz="2000" dirty="0"/>
              <a:t> – Quizzes, assessments &amp; real-time mentorship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AI-powered personalization</a:t>
            </a:r>
            <a:r>
              <a:rPr lang="en-US" sz="2000" dirty="0"/>
              <a:t> – Progress tracking &amp; tailored recommendations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/>
              <a:t>Low-bandwidth optimized</a:t>
            </a:r>
            <a:r>
              <a:rPr lang="en-US" sz="2000" dirty="0"/>
              <a:t> – Smooth access in rural internet conditions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01E993-8BE6-D3AD-835E-722557EC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97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B3BE6BA4-5765-4832-F59B-46B8EC41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FED237E5-2ACF-784F-DE8F-A122279E40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653309"/>
            <a:ext cx="10668000" cy="391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Urban-Centric Platforms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</a:t>
            </a:r>
            <a:r>
              <a:rPr lang="en-US" dirty="0" err="1">
                <a:solidFill>
                  <a:srgbClr val="0D0D0D"/>
                </a:solidFill>
                <a:latin typeface="ui-sans-serif"/>
              </a:rPr>
              <a:t>Byju’s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, Khan Academy, and Coursera focus on urban users with good internet and modern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Rural Initiatives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Programs like DIKSHA have helped but rely on mobile apps or specific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Gap in Accessibility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Lack of a lightweight, device-agnostic solution for low-connectivity rural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D0D0D"/>
                </a:solidFill>
                <a:latin typeface="ui-sans-serif"/>
              </a:rPr>
              <a:t>EduConnect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 Advantage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Web-based platform connecting rural learners to quality education and mentors without hardware restrictions.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BA6AEC-820C-112A-5C27-B9F46CA5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06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799" y="1142999"/>
            <a:ext cx="11453091" cy="5073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000" b="1" dirty="0"/>
              <a:t>Frontend:</a:t>
            </a:r>
            <a:r>
              <a:rPr lang="en-IN" sz="2000" dirty="0"/>
              <a:t> HTML5, CSS3, JavaScript, Bootstrap/Tailwind CSS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000" b="1" dirty="0"/>
              <a:t>Backend:</a:t>
            </a:r>
            <a:r>
              <a:rPr lang="en-IN" sz="2000" dirty="0"/>
              <a:t> Python (Flask/Django), Node.js (optional for real-time chat), RESAPI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000" b="1" dirty="0"/>
              <a:t>Database:</a:t>
            </a:r>
            <a:r>
              <a:rPr lang="en-IN" sz="2000" dirty="0"/>
              <a:t> PostgreSQL / MySQL / SQLite, Cloud DB (AWS RDS, Firebase)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000" b="1" dirty="0"/>
              <a:t>Hosting:</a:t>
            </a:r>
            <a:r>
              <a:rPr lang="en-IN" sz="2000" dirty="0"/>
              <a:t> Heroku / PythonAnywhere (backend), Netlify / </a:t>
            </a:r>
            <a:r>
              <a:rPr lang="en-IN" sz="2000" dirty="0" err="1"/>
              <a:t>Vercel</a:t>
            </a:r>
            <a:r>
              <a:rPr lang="en-IN" sz="2000" dirty="0"/>
              <a:t> (frontend), GitHub (version control)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sz="2000" b="1" dirty="0"/>
              <a:t>Other Tools:</a:t>
            </a:r>
            <a:r>
              <a:rPr lang="en-IN" sz="2000" dirty="0"/>
              <a:t> Jinja2, Chart.js/D3.js (analytics), Pandas &amp; NumPy (data analysis), WebRTC (live classes), WhatsApp API (communication)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BCB56474-4688-DE0D-BFD0-5DB82F61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FF69FB1A-A448-02D2-69E6-645EF331C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403927"/>
            <a:ext cx="10668000" cy="482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Digital Classrooms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Provide interactive smart boards, projectors, and e-learning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Teacher Training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Conduct workshops to improve teaching skills and digital literacy.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Access to Technology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Distribute tablets/laptops with preloaded educational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Community Involvement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Engage parents and local volunteers in school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D0D0D"/>
                </a:solidFill>
                <a:latin typeface="ui-sans-serif"/>
              </a:rPr>
              <a:t>Regular Assessment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– Track student progress with digital evaluation tools.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A7F14B-5D7E-21F8-30D6-C7E59B92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3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882376" cy="408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3200" b="1" dirty="0">
                <a:solidFill>
                  <a:srgbClr val="0D0D0D"/>
                </a:solidFill>
                <a:latin typeface="ui-sans-serif"/>
              </a:rPr>
              <a:t>Week 1–3:</a:t>
            </a:r>
            <a:r>
              <a:rPr lang="en-US" sz="3200" dirty="0">
                <a:solidFill>
                  <a:srgbClr val="0D0D0D"/>
                </a:solidFill>
                <a:latin typeface="ui-sans-serif"/>
              </a:rPr>
              <a:t> Project initiation &amp; requirement analysis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solidFill>
                  <a:srgbClr val="0D0D0D"/>
                </a:solidFill>
                <a:latin typeface="ui-sans-serif"/>
              </a:rPr>
              <a:t>Week 4–6:</a:t>
            </a:r>
            <a:r>
              <a:rPr lang="en-US" sz="3200" dirty="0">
                <a:solidFill>
                  <a:srgbClr val="0D0D0D"/>
                </a:solidFill>
                <a:latin typeface="ui-sans-serif"/>
              </a:rPr>
              <a:t> Curriculum design &amp; content development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solidFill>
                  <a:srgbClr val="0D0D0D"/>
                </a:solidFill>
                <a:latin typeface="ui-sans-serif"/>
              </a:rPr>
              <a:t>Week 7–9:</a:t>
            </a:r>
            <a:r>
              <a:rPr lang="en-US" sz="3200" dirty="0">
                <a:solidFill>
                  <a:srgbClr val="0D0D0D"/>
                </a:solidFill>
                <a:latin typeface="ui-sans-serif"/>
              </a:rPr>
              <a:t> Infrastructure setup &amp; training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solidFill>
                  <a:srgbClr val="0D0D0D"/>
                </a:solidFill>
                <a:latin typeface="ui-sans-serif"/>
              </a:rPr>
              <a:t>Week 10–12:</a:t>
            </a:r>
            <a:r>
              <a:rPr lang="en-US" sz="3200" dirty="0">
                <a:solidFill>
                  <a:srgbClr val="0D0D0D"/>
                </a:solidFill>
                <a:latin typeface="ui-sans-serif"/>
              </a:rPr>
              <a:t> Pilot implementation &amp; evaluation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solidFill>
                  <a:srgbClr val="0D0D0D"/>
                </a:solidFill>
                <a:latin typeface="ui-sans-serif"/>
              </a:rPr>
              <a:t>Week 13–15:</a:t>
            </a:r>
            <a:r>
              <a:rPr lang="en-US" sz="3200" dirty="0">
                <a:solidFill>
                  <a:srgbClr val="0D0D0D"/>
                </a:solidFill>
                <a:latin typeface="ui-sans-serif"/>
              </a:rPr>
              <a:t> Final 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deployment</a:t>
            </a:r>
            <a:r>
              <a:rPr lang="en-US" sz="3200" dirty="0">
                <a:solidFill>
                  <a:srgbClr val="0D0D0D"/>
                </a:solidFill>
                <a:latin typeface="ui-sans-serif"/>
              </a:rPr>
              <a:t> &amp; project </a:t>
            </a:r>
            <a:r>
              <a:rPr lang="en-US" sz="3200" dirty="0" err="1">
                <a:solidFill>
                  <a:srgbClr val="0D0D0D"/>
                </a:solidFill>
                <a:latin typeface="ui-sans-serif"/>
              </a:rPr>
              <a:t>closur</a:t>
            </a:r>
            <a:endParaRPr lang="en-US" sz="3200" dirty="0">
              <a:solidFill>
                <a:srgbClr val="0D0D0D"/>
              </a:solidFill>
              <a:latin typeface="ui-sans-serif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Government of India, DIKSHA Platform – </a:t>
            </a:r>
            <a:r>
              <a:rPr lang="en-US" u="sng" dirty="0">
                <a:solidFill>
                  <a:srgbClr val="1B8755"/>
                </a:solidFill>
                <a:latin typeface="inherit"/>
                <a:hlinkClick r:id="rId3" tooltip="https://diksha.gov.in/"/>
              </a:rPr>
              <a:t>https://diksha.gov.in/</a:t>
            </a: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 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solidFill>
                <a:srgbClr val="0A0A0A"/>
              </a:solidFill>
              <a:latin typeface="Segoe UI" panose="020B0502040204020203" pitchFamily="34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Salman Khan, Khan Academy – </a:t>
            </a:r>
            <a:r>
              <a:rPr lang="en-US" u="sng" dirty="0">
                <a:solidFill>
                  <a:srgbClr val="1B8755"/>
                </a:solidFill>
                <a:latin typeface="inherit"/>
                <a:hlinkClick r:id="rId4" tooltip="https://www.khanacademy.org/"/>
              </a:rPr>
              <a:t>https://www.khanacademy.org/</a:t>
            </a: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 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solidFill>
                <a:srgbClr val="0A0A0A"/>
              </a:solidFill>
              <a:latin typeface="Segoe UI" panose="020B0502040204020203" pitchFamily="34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Tim Berners-Lee, World Wide Web Foundation, “The Web as an Educational Tool” – </a:t>
            </a:r>
            <a:r>
              <a:rPr lang="en-US" u="sng" dirty="0">
                <a:solidFill>
                  <a:srgbClr val="1B8755"/>
                </a:solidFill>
                <a:latin typeface="inherit"/>
                <a:hlinkClick r:id="rId5" tooltip="https://webfoundation.org/"/>
              </a:rPr>
              <a:t>https://webfoundation.org/</a:t>
            </a: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 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solidFill>
                <a:srgbClr val="0A0A0A"/>
              </a:solidFill>
              <a:latin typeface="Segoe UI" panose="020B0502040204020203" pitchFamily="34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solidFill>
                  <a:srgbClr val="0A0A0A"/>
                </a:solidFill>
                <a:latin typeface="Segoe UI" panose="020B0502040204020203" pitchFamily="34" charset="0"/>
              </a:rPr>
              <a:t>ISO/IEC 40500:2012 – Web Content Accessibility Guidelines (WCAG)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718</Words>
  <Application>Microsoft Office PowerPoint</Application>
  <PresentationFormat>Widescreen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Cambria</vt:lpstr>
      <vt:lpstr>inherit</vt:lpstr>
      <vt:lpstr>Segoe UI</vt:lpstr>
      <vt:lpstr>ui-sans-serif</vt:lpstr>
      <vt:lpstr>Verdana</vt:lpstr>
      <vt:lpstr>Wingdings</vt:lpstr>
      <vt:lpstr>Bioinformatics</vt:lpstr>
      <vt:lpstr>Ideate and implement a system to enhance the  quality of education in rural areas.</vt:lpstr>
      <vt:lpstr>Problem Statement Number: </vt:lpstr>
      <vt:lpstr>PROBLEM STATEMNET:</vt:lpstr>
      <vt:lpstr>OBJECTIVES:</vt:lpstr>
      <vt:lpstr>Background and Related work for title Selection:</vt:lpstr>
      <vt:lpstr>Analysis of Problem Statement</vt:lpstr>
      <vt:lpstr>Innovation or Novel Contributions: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Podaralla Archita</cp:lastModifiedBy>
  <cp:revision>40</cp:revision>
  <dcterms:modified xsi:type="dcterms:W3CDTF">2025-08-11T06:14:56Z</dcterms:modified>
</cp:coreProperties>
</file>